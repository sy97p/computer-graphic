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659" r:id="rId2"/>
    <p:sldId id="1661" r:id="rId3"/>
    <p:sldId id="1662" r:id="rId4"/>
    <p:sldId id="1671" r:id="rId5"/>
    <p:sldId id="1657" r:id="rId6"/>
    <p:sldId id="1669" r:id="rId7"/>
    <p:sldId id="1666" r:id="rId8"/>
    <p:sldId id="1664" r:id="rId9"/>
    <p:sldId id="1663" r:id="rId1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33CC"/>
    <a:srgbClr val="CC3300"/>
    <a:srgbClr val="0000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4" autoAdjust="0"/>
    <p:restoredTop sz="96429" autoAdjust="0"/>
  </p:normalViewPr>
  <p:slideViewPr>
    <p:cSldViewPr snapToGrid="0">
      <p:cViewPr varScale="1">
        <p:scale>
          <a:sx n="111" d="100"/>
          <a:sy n="111" d="100"/>
        </p:scale>
        <p:origin x="73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6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563DE-D3EA-4E7F-BB7F-F2FD53CBA51D}" type="datetimeFigureOut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1AF15-E050-4D4C-8CE6-AD187E1A18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643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2AD3C-A249-479D-9B53-C51B756906DC}" type="datetimeFigureOut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AB1C-1093-4E56-BBAA-DB5C61487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6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BD5C-9505-4D7D-B4F1-911F22AF2784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37607"/>
          </a:xfrm>
        </p:spPr>
        <p:txBody>
          <a:bodyPr>
            <a:noAutofit/>
          </a:bodyPr>
          <a:lstStyle>
            <a:lvl1pPr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5254096"/>
          </a:xfrm>
        </p:spPr>
        <p:txBody>
          <a:bodyPr/>
          <a:lstStyle>
            <a:lvl1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FF834-25D0-46D0-9AB7-E3A398F56E2C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495313" y="6356350"/>
            <a:ext cx="576943" cy="365125"/>
          </a:xfrm>
        </p:spPr>
        <p:txBody>
          <a:bodyPr/>
          <a:lstStyle>
            <a:lvl1pPr>
              <a:defRPr sz="1400" b="1">
                <a:solidFill>
                  <a:srgbClr val="0033CC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593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41E-4E27-4AD2-AE7A-BE2D4483264F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7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C3CB-C7AE-43A5-8E24-F0AE8DDDB10B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9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1AF4-EC5B-4DB3-A71D-4A7570484B9B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40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F0C9-D3B3-41A4-80A6-C2CA7CAB0AD7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4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F979-480D-498A-BCDE-D856F645A86F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4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9DE4-FB71-4D5F-B419-11F2B9CFF577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53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7014-F7E4-4865-807E-2602D64BB2D8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6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389E-B843-4EFB-BE3D-21BD070240EE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86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DA0F-3153-4404-B748-2E1E8BBD54B4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32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F1CCC-D581-4DF0-BF6E-E1002336EB65}" type="datetime1">
              <a:rPr lang="ko-KR" altLang="en-US" smtClean="0"/>
              <a:pPr/>
              <a:t>2020-03-23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78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6196" y="819509"/>
            <a:ext cx="9144000" cy="2578311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ko-KR" altLang="en-US" sz="4400" dirty="0" err="1" smtClean="0">
                <a:latin typeface="Tahoma" panose="020B0604030504040204" pitchFamily="34" charset="0"/>
                <a:cs typeface="Tahoma" panose="020B0604030504040204" pitchFamily="34" charset="0"/>
              </a:rPr>
              <a:t>강의명</a:t>
            </a:r>
            <a:r>
              <a:rPr lang="en-US" altLang="ko-KR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ko-KR" altLang="en-US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컴퓨터그래픽스</a:t>
            </a:r>
            <a: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ko-KR" altLang="en-US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주차 강의자료</a:t>
            </a:r>
            <a:r>
              <a:rPr lang="en-US" altLang="ko-KR" sz="4400" b="1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4400" b="1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ko-KR" altLang="en-US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장</a:t>
            </a:r>
            <a:r>
              <a:rPr lang="en-US" altLang="ko-KR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 OpenGL</a:t>
            </a:r>
            <a:r>
              <a:rPr lang="ko-KR" altLang="en-US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과 </a:t>
            </a:r>
            <a:r>
              <a:rPr lang="en-US" altLang="ko-KR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ko-KR" altLang="en-US" sz="4400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그래픽스 응용 소프트웨어</a:t>
            </a:r>
            <a:endParaRPr lang="ko-KR" altLang="en-US" sz="1100" strike="sngStrike" dirty="0">
              <a:solidFill>
                <a:srgbClr val="0000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15098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sz="2800" dirty="0" err="1" smtClean="0">
                <a:latin typeface="Tahoma" panose="020B0604030504040204" pitchFamily="34" charset="0"/>
                <a:cs typeface="Tahoma" panose="020B0604030504040204" pitchFamily="34" charset="0"/>
              </a:rPr>
              <a:t>김만배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manbae@kangwon.ac.kr</a:t>
            </a: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033-250-6395</a:t>
            </a: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010-8959-6395</a:t>
            </a:r>
          </a:p>
          <a:p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컴퓨터공학과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2020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년 </a:t>
            </a:r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월 </a:t>
            </a:r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16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일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36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수업 운영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장 </a:t>
            </a:r>
            <a:r>
              <a:rPr lang="ko-KR" altLang="en-US" dirty="0" err="1" smtClean="0"/>
              <a:t>강의자료입니다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“</a:t>
            </a:r>
            <a:r>
              <a:rPr lang="ko-KR" altLang="en-US" dirty="0" smtClean="0"/>
              <a:t>과제물 대체 수업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으로 진행됩니다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매주 월요일에 </a:t>
            </a:r>
            <a:r>
              <a:rPr lang="ko-KR" altLang="en-US" dirty="0" err="1" smtClean="0"/>
              <a:t>주차별</a:t>
            </a:r>
            <a:r>
              <a:rPr lang="ko-KR" altLang="en-US" dirty="0" smtClean="0"/>
              <a:t> 자료를 </a:t>
            </a:r>
            <a:r>
              <a:rPr lang="en-US" altLang="ko-KR" dirty="0" smtClean="0"/>
              <a:t>e-</a:t>
            </a:r>
            <a:r>
              <a:rPr lang="ko-KR" altLang="en-US" dirty="0" err="1" smtClean="0"/>
              <a:t>루리에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uploading</a:t>
            </a:r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수강 학생들은 과제를 </a:t>
            </a:r>
            <a:r>
              <a:rPr lang="en-US" altLang="ko-KR" dirty="0" smtClean="0"/>
              <a:t>Due day</a:t>
            </a:r>
            <a:r>
              <a:rPr lang="ko-KR" altLang="en-US" dirty="0" smtClean="0"/>
              <a:t>까지 제출하면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교수는 과제물을 평가 환류</a:t>
            </a:r>
            <a:r>
              <a:rPr lang="en-US" altLang="ko-KR" dirty="0" smtClean="0"/>
              <a:t>(feedback)</a:t>
            </a:r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60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3</a:t>
            </a:r>
            <a:r>
              <a:rPr lang="ko-KR" altLang="en-US" b="1" dirty="0" smtClean="0"/>
              <a:t>장 설명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412358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 smtClean="0"/>
              <a:t>3</a:t>
            </a:r>
            <a:r>
              <a:rPr lang="ko-KR" altLang="en-US" dirty="0" smtClean="0"/>
              <a:t>장은 </a:t>
            </a:r>
            <a:r>
              <a:rPr lang="en-US" altLang="ko-KR" dirty="0" smtClean="0"/>
              <a:t>OpenGL</a:t>
            </a:r>
            <a:r>
              <a:rPr lang="ko-KR" altLang="en-US" dirty="0" smtClean="0"/>
              <a:t>에 대한 설명입니다</a:t>
            </a:r>
            <a:r>
              <a:rPr lang="en-US" altLang="ko-K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자료를 보시면서</a:t>
            </a:r>
            <a:r>
              <a:rPr lang="en-US" altLang="ko-KR" dirty="0" smtClean="0"/>
              <a:t>, OpenGL</a:t>
            </a:r>
            <a:r>
              <a:rPr lang="ko-KR" altLang="en-US" dirty="0" smtClean="0"/>
              <a:t>에 대한 기본 개념을 이해해주세요</a:t>
            </a:r>
            <a:r>
              <a:rPr lang="en-US" altLang="ko-K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학기 중에 </a:t>
            </a:r>
            <a:r>
              <a:rPr lang="en-US" altLang="ko-KR" dirty="0"/>
              <a:t>OpenGL</a:t>
            </a:r>
            <a:r>
              <a:rPr lang="ko-KR" altLang="en-US" dirty="0"/>
              <a:t> 실습을 할 예정입니다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실습에서 자세히 배웁니다</a:t>
            </a:r>
            <a:r>
              <a:rPr lang="en-US" altLang="ko-K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과제는 다음 </a:t>
            </a:r>
            <a:r>
              <a:rPr lang="en-US" altLang="ko-KR" dirty="0" smtClean="0"/>
              <a:t>slide</a:t>
            </a:r>
            <a:r>
              <a:rPr lang="ko-KR" altLang="en-US" dirty="0" smtClean="0"/>
              <a:t>에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2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00FF"/>
                </a:solidFill>
              </a:rPr>
              <a:t>2</a:t>
            </a:r>
            <a:r>
              <a:rPr lang="ko-KR" altLang="en-US" b="1" dirty="0" smtClean="0">
                <a:solidFill>
                  <a:srgbClr val="0000FF"/>
                </a:solidFill>
              </a:rPr>
              <a:t>주차 과제물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38834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101" y="1311215"/>
            <a:ext cx="6039797" cy="53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3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038" y="1693780"/>
            <a:ext cx="6156406" cy="3641497"/>
          </a:xfrm>
          <a:prstGeom prst="rect">
            <a:avLst/>
          </a:prstGeom>
        </p:spPr>
      </p:pic>
      <p:sp>
        <p:nvSpPr>
          <p:cNvPr id="15" name="내용 개체 틀 14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848551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52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108" y="1134988"/>
            <a:ext cx="5134692" cy="4829849"/>
          </a:xfrm>
          <a:prstGeom prst="rect">
            <a:avLst/>
          </a:prstGeom>
        </p:spPr>
      </p:pic>
      <p:pic>
        <p:nvPicPr>
          <p:cNvPr id="6" name="내용 개체 틀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62" y="1277884"/>
            <a:ext cx="521090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35" y="1579200"/>
            <a:ext cx="5296639" cy="33056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73921"/>
            <a:ext cx="5010849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0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7237"/>
            <a:ext cx="5144218" cy="46488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14" y="1627237"/>
            <a:ext cx="5058481" cy="178142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72" y="4035469"/>
            <a:ext cx="488700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8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520" y="1567313"/>
            <a:ext cx="5153744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5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62351</TotalTime>
  <Words>118</Words>
  <Application>Microsoft Office PowerPoint</Application>
  <PresentationFormat>와이드스크린</PresentationFormat>
  <Paragraphs>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Tahoma</vt:lpstr>
      <vt:lpstr>Office 테마</vt:lpstr>
      <vt:lpstr>강의명: 컴퓨터그래픽스 2주차 강의자료 3장. OpenGL과  그래픽스 응용 소프트웨어</vt:lpstr>
      <vt:lpstr>수업 운영 방법</vt:lpstr>
      <vt:lpstr>3장 설명</vt:lpstr>
      <vt:lpstr>2주차 과제물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시리얼 아크 연구 차별성</dc:title>
  <dc:creator>manbae</dc:creator>
  <cp:lastModifiedBy>manbae Kim</cp:lastModifiedBy>
  <cp:revision>2462</cp:revision>
  <cp:lastPrinted>2020-02-04T04:52:54Z</cp:lastPrinted>
  <dcterms:created xsi:type="dcterms:W3CDTF">2017-05-10T05:23:43Z</dcterms:created>
  <dcterms:modified xsi:type="dcterms:W3CDTF">2020-03-23T00:11:52Z</dcterms:modified>
</cp:coreProperties>
</file>