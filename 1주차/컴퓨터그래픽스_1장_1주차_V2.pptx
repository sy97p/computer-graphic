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1660" r:id="rId3"/>
    <p:sldId id="1658" r:id="rId4"/>
    <p:sldId id="1659" r:id="rId5"/>
    <p:sldId id="1650" r:id="rId6"/>
    <p:sldId id="1657" r:id="rId7"/>
    <p:sldId id="1651" r:id="rId8"/>
    <p:sldId id="1652" r:id="rId9"/>
    <p:sldId id="1653" r:id="rId10"/>
    <p:sldId id="1654" r:id="rId11"/>
    <p:sldId id="1655" r:id="rId12"/>
    <p:sldId id="1656" r:id="rId13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0033CC"/>
    <a:srgbClr val="CC3300"/>
    <a:srgbClr val="0000CC"/>
    <a:srgbClr val="CC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84" autoAdjust="0"/>
    <p:restoredTop sz="96429" autoAdjust="0"/>
  </p:normalViewPr>
  <p:slideViewPr>
    <p:cSldViewPr snapToGrid="0">
      <p:cViewPr varScale="1">
        <p:scale>
          <a:sx n="111" d="100"/>
          <a:sy n="111" d="100"/>
        </p:scale>
        <p:origin x="732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6400" cy="4983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1"/>
            <a:ext cx="2946400" cy="4983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D563DE-D3EA-4E7F-BB7F-F2FD53CBA51D}" type="datetimeFigureOut">
              <a:rPr lang="ko-KR" altLang="en-US" smtClean="0"/>
              <a:pPr/>
              <a:t>2020-03-16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8243"/>
            <a:ext cx="2946400" cy="4983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428243"/>
            <a:ext cx="2946400" cy="4983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21AF15-E050-4D4C-8CE6-AD187E1A189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86438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32AD3C-A249-479D-9B53-C51B756906DC}" type="datetimeFigureOut">
              <a:rPr lang="ko-KR" altLang="en-US" smtClean="0"/>
              <a:pPr/>
              <a:t>2020-03-16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5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28584"/>
            <a:ext cx="2945659" cy="49805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428584"/>
            <a:ext cx="2945659" cy="49805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C3AB1C-1093-4E56-BBAA-DB5C6148789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767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EBD5C-9505-4D7D-B4F1-911F22AF2784}" type="datetime1">
              <a:rPr lang="ko-KR" altLang="en-US" smtClean="0"/>
              <a:pPr/>
              <a:t>2020-03-16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C8908-29BC-4CBD-94EA-B869F90E096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172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37607"/>
          </a:xfrm>
        </p:spPr>
        <p:txBody>
          <a:bodyPr>
            <a:noAutofit/>
          </a:bodyPr>
          <a:lstStyle>
            <a:lvl1pPr>
              <a:defRPr sz="2400"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922867"/>
            <a:ext cx="10515600" cy="5254096"/>
          </a:xfrm>
        </p:spPr>
        <p:txBody>
          <a:bodyPr/>
          <a:lstStyle>
            <a:lvl1pPr latinLnBrk="0">
              <a:lnSpc>
                <a:spcPct val="100000"/>
              </a:lnSpc>
              <a:defRPr>
                <a:latin typeface="Tahoma" panose="020B0604030504040204" pitchFamily="34" charset="0"/>
                <a:cs typeface="Tahoma" panose="020B0604030504040204" pitchFamily="34" charset="0"/>
              </a:defRPr>
            </a:lvl1pPr>
            <a:lvl2pPr latinLnBrk="0">
              <a:lnSpc>
                <a:spcPct val="100000"/>
              </a:lnSpc>
              <a:defRPr>
                <a:latin typeface="Tahoma" panose="020B0604030504040204" pitchFamily="34" charset="0"/>
                <a:cs typeface="Tahoma" panose="020B0604030504040204" pitchFamily="34" charset="0"/>
              </a:defRPr>
            </a:lvl2pPr>
            <a:lvl3pPr latinLnBrk="0">
              <a:lnSpc>
                <a:spcPct val="100000"/>
              </a:lnSpc>
              <a:defRPr>
                <a:latin typeface="Tahoma" panose="020B0604030504040204" pitchFamily="34" charset="0"/>
                <a:cs typeface="Tahoma" panose="020B0604030504040204" pitchFamily="34" charset="0"/>
              </a:defRPr>
            </a:lvl3pPr>
            <a:lvl4pPr latinLnBrk="0">
              <a:lnSpc>
                <a:spcPct val="100000"/>
              </a:lnSpc>
              <a:defRPr>
                <a:latin typeface="Tahoma" panose="020B0604030504040204" pitchFamily="34" charset="0"/>
                <a:cs typeface="Tahoma" panose="020B0604030504040204" pitchFamily="34" charset="0"/>
              </a:defRPr>
            </a:lvl4pPr>
            <a:lvl5pPr latinLnBrk="0">
              <a:lnSpc>
                <a:spcPct val="100000"/>
              </a:lnSpc>
              <a:defRPr>
                <a:latin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FF834-25D0-46D0-9AB7-E3A398F56E2C}" type="datetime1">
              <a:rPr lang="ko-KR" altLang="en-US" smtClean="0"/>
              <a:pPr/>
              <a:t>2020-03-16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1495313" y="6356350"/>
            <a:ext cx="576943" cy="365125"/>
          </a:xfrm>
        </p:spPr>
        <p:txBody>
          <a:bodyPr/>
          <a:lstStyle>
            <a:lvl1pPr>
              <a:defRPr sz="1400" b="1">
                <a:solidFill>
                  <a:srgbClr val="0033CC"/>
                </a:solidFill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871C8908-29BC-4CBD-94EA-B869F90E096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75938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0941E-4E27-4AD2-AE7A-BE2D4483264F}" type="datetime1">
              <a:rPr lang="ko-KR" altLang="en-US" smtClean="0"/>
              <a:pPr/>
              <a:t>2020-03-16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C8908-29BC-4CBD-94EA-B869F90E096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2970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CC3CB-C7AE-43A5-8E24-F0AE8DDDB10B}" type="datetime1">
              <a:rPr lang="ko-KR" altLang="en-US" smtClean="0"/>
              <a:pPr/>
              <a:t>2020-03-16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C8908-29BC-4CBD-94EA-B869F90E096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4594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31AF4-EC5B-4DB3-A71D-4A7570484B9B}" type="datetime1">
              <a:rPr lang="ko-KR" altLang="en-US" smtClean="0"/>
              <a:pPr/>
              <a:t>2020-03-16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C8908-29BC-4CBD-94EA-B869F90E096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404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0F0C9-D3B3-41A4-80A6-C2CA7CAB0AD7}" type="datetime1">
              <a:rPr lang="ko-KR" altLang="en-US" smtClean="0"/>
              <a:pPr/>
              <a:t>2020-03-16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C8908-29BC-4CBD-94EA-B869F90E096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5348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2F979-480D-498A-BCDE-D856F645A86F}" type="datetime1">
              <a:rPr lang="ko-KR" altLang="en-US" smtClean="0"/>
              <a:pPr/>
              <a:t>2020-03-16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C8908-29BC-4CBD-94EA-B869F90E096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0745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9DE4-FB71-4D5F-B419-11F2B9CFF577}" type="datetime1">
              <a:rPr lang="ko-KR" altLang="en-US" smtClean="0"/>
              <a:pPr/>
              <a:t>2020-03-16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C8908-29BC-4CBD-94EA-B869F90E096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3532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77014-F7E4-4865-807E-2602D64BB2D8}" type="datetime1">
              <a:rPr lang="ko-KR" altLang="en-US" smtClean="0"/>
              <a:pPr/>
              <a:t>2020-03-16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C8908-29BC-4CBD-94EA-B869F90E096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3065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D389E-B843-4EFB-BE3D-21BD070240EE}" type="datetime1">
              <a:rPr lang="ko-KR" altLang="en-US" smtClean="0"/>
              <a:pPr/>
              <a:t>2020-03-16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C8908-29BC-4CBD-94EA-B869F90E096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9862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ADA0F-3153-4404-B748-2E1E8BBD54B4}" type="datetime1">
              <a:rPr lang="ko-KR" altLang="en-US" smtClean="0"/>
              <a:pPr/>
              <a:t>2020-03-16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C8908-29BC-4CBD-94EA-B869F90E096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6320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CF1CCC-D581-4DF0-BF6E-E1002336EB65}" type="datetime1">
              <a:rPr lang="ko-KR" altLang="en-US" smtClean="0"/>
              <a:pPr/>
              <a:t>2020-03-16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1C8908-29BC-4CBD-94EA-B869F90E096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7787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96196" y="1276710"/>
            <a:ext cx="9144000" cy="2121110"/>
          </a:xfrm>
          <a:solidFill>
            <a:schemeClr val="bg1"/>
          </a:solidFill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ko-KR" altLang="en-US" sz="4400" dirty="0" err="1" smtClean="0">
                <a:latin typeface="Tahoma" panose="020B0604030504040204" pitchFamily="34" charset="0"/>
                <a:cs typeface="Tahoma" panose="020B0604030504040204" pitchFamily="34" charset="0"/>
              </a:rPr>
              <a:t>강의명</a:t>
            </a:r>
            <a:r>
              <a:rPr lang="en-US" altLang="ko-KR" sz="4400" dirty="0" smtClean="0">
                <a:latin typeface="Tahoma" panose="020B0604030504040204" pitchFamily="34" charset="0"/>
                <a:cs typeface="Tahoma" panose="020B0604030504040204" pitchFamily="34" charset="0"/>
              </a:rPr>
              <a:t>: </a:t>
            </a:r>
            <a:r>
              <a:rPr lang="ko-KR" altLang="en-US" sz="4400" dirty="0" smtClean="0">
                <a:latin typeface="Tahoma" panose="020B0604030504040204" pitchFamily="34" charset="0"/>
                <a:cs typeface="Tahoma" panose="020B0604030504040204" pitchFamily="34" charset="0"/>
              </a:rPr>
              <a:t>컴퓨터그래픽스</a:t>
            </a:r>
            <a:r>
              <a:rPr lang="en-US" altLang="ko-KR" sz="4400" b="1" dirty="0" smtClean="0">
                <a:solidFill>
                  <a:srgbClr val="0000FF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altLang="ko-KR" sz="4400" b="1" dirty="0" smtClean="0">
                <a:solidFill>
                  <a:srgbClr val="0000FF"/>
                </a:solidFill>
                <a:latin typeface="Tahoma" panose="020B0604030504040204" pitchFamily="34" charset="0"/>
                <a:cs typeface="Tahoma" panose="020B0604030504040204" pitchFamily="34" charset="0"/>
              </a:rPr>
            </a:br>
            <a:r>
              <a:rPr lang="en-US" altLang="ko-KR" sz="4400" dirty="0" smtClean="0">
                <a:latin typeface="Tahoma" panose="020B0604030504040204" pitchFamily="34" charset="0"/>
                <a:cs typeface="Tahoma" panose="020B0604030504040204" pitchFamily="34" charset="0"/>
              </a:rPr>
              <a:t>1</a:t>
            </a:r>
            <a:r>
              <a:rPr lang="ko-KR" altLang="en-US" sz="4400" dirty="0" smtClean="0">
                <a:latin typeface="Tahoma" panose="020B0604030504040204" pitchFamily="34" charset="0"/>
                <a:cs typeface="Tahoma" panose="020B0604030504040204" pitchFamily="34" charset="0"/>
              </a:rPr>
              <a:t>주차 강의자료</a:t>
            </a:r>
            <a:r>
              <a:rPr lang="en-US" altLang="ko-KR" sz="4400" b="1" dirty="0">
                <a:solidFill>
                  <a:srgbClr val="0000FF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altLang="ko-KR" sz="4400" b="1" dirty="0">
                <a:solidFill>
                  <a:srgbClr val="0000FF"/>
                </a:solidFill>
                <a:latin typeface="Tahoma" panose="020B0604030504040204" pitchFamily="34" charset="0"/>
                <a:cs typeface="Tahoma" panose="020B0604030504040204" pitchFamily="34" charset="0"/>
              </a:rPr>
            </a:br>
            <a:r>
              <a:rPr lang="en-US" altLang="ko-KR" sz="4400" b="1" dirty="0" smtClean="0">
                <a:solidFill>
                  <a:srgbClr val="0000FF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1</a:t>
            </a:r>
            <a:r>
              <a:rPr lang="ko-KR" altLang="en-US" sz="4400" b="1" dirty="0" smtClean="0">
                <a:solidFill>
                  <a:srgbClr val="0000FF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장</a:t>
            </a:r>
            <a:r>
              <a:rPr lang="en-US" altLang="ko-KR" sz="4400" b="1" dirty="0" smtClean="0">
                <a:solidFill>
                  <a:srgbClr val="0000FF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lang="ko-KR" altLang="en-US" sz="4400" b="1" dirty="0" smtClean="0">
                <a:solidFill>
                  <a:srgbClr val="0000CC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컴퓨터그래픽스 개요</a:t>
            </a:r>
            <a:endParaRPr lang="ko-KR" altLang="en-US" sz="1100" b="1" strike="sngStrike" dirty="0">
              <a:solidFill>
                <a:srgbClr val="0000CC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115098"/>
          </a:xfrm>
        </p:spPr>
        <p:txBody>
          <a:bodyPr>
            <a:normAutofit fontScale="70000" lnSpcReduction="20000"/>
          </a:bodyPr>
          <a:lstStyle/>
          <a:p>
            <a:r>
              <a:rPr lang="ko-KR" altLang="en-US" sz="2800" dirty="0" err="1" smtClean="0">
                <a:latin typeface="Tahoma" panose="020B0604030504040204" pitchFamily="34" charset="0"/>
                <a:cs typeface="Tahoma" panose="020B0604030504040204" pitchFamily="34" charset="0"/>
              </a:rPr>
              <a:t>김만배</a:t>
            </a:r>
            <a:endParaRPr lang="en-US" altLang="ko-KR" sz="2800" dirty="0" smtClean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altLang="ko-KR" sz="2800" dirty="0" smtClean="0">
                <a:latin typeface="Tahoma" panose="020B0604030504040204" pitchFamily="34" charset="0"/>
                <a:cs typeface="Tahoma" panose="020B0604030504040204" pitchFamily="34" charset="0"/>
              </a:rPr>
              <a:t>manbae@kangwon.ac.kr</a:t>
            </a:r>
          </a:p>
          <a:p>
            <a:r>
              <a:rPr lang="en-US" altLang="ko-KR" sz="2800" dirty="0" smtClean="0">
                <a:latin typeface="Tahoma" panose="020B0604030504040204" pitchFamily="34" charset="0"/>
                <a:cs typeface="Tahoma" panose="020B0604030504040204" pitchFamily="34" charset="0"/>
              </a:rPr>
              <a:t>033-250-6395</a:t>
            </a:r>
          </a:p>
          <a:p>
            <a:r>
              <a:rPr lang="en-US" altLang="ko-KR" sz="2800" dirty="0" smtClean="0">
                <a:latin typeface="Tahoma" panose="020B0604030504040204" pitchFamily="34" charset="0"/>
                <a:cs typeface="Tahoma" panose="020B0604030504040204" pitchFamily="34" charset="0"/>
              </a:rPr>
              <a:t>010-8959-6395</a:t>
            </a:r>
          </a:p>
          <a:p>
            <a:r>
              <a:rPr lang="ko-KR" altLang="en-US" sz="2800" dirty="0" smtClean="0">
                <a:latin typeface="Tahoma" panose="020B0604030504040204" pitchFamily="34" charset="0"/>
                <a:cs typeface="Tahoma" panose="020B0604030504040204" pitchFamily="34" charset="0"/>
              </a:rPr>
              <a:t>컴퓨터공학과</a:t>
            </a:r>
            <a:endParaRPr lang="en-US" altLang="ko-KR" sz="2800" dirty="0" smtClean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altLang="ko-KR" sz="2800" dirty="0" smtClean="0">
                <a:latin typeface="Tahoma" panose="020B0604030504040204" pitchFamily="34" charset="0"/>
                <a:cs typeface="Tahoma" panose="020B0604030504040204" pitchFamily="34" charset="0"/>
              </a:rPr>
              <a:t>2020</a:t>
            </a:r>
            <a:r>
              <a:rPr lang="ko-KR" altLang="en-US" sz="2800" dirty="0" smtClean="0">
                <a:latin typeface="Tahoma" panose="020B0604030504040204" pitchFamily="34" charset="0"/>
                <a:cs typeface="Tahoma" panose="020B0604030504040204" pitchFamily="34" charset="0"/>
              </a:rPr>
              <a:t>년 </a:t>
            </a:r>
            <a:r>
              <a:rPr lang="en-US" altLang="ko-KR" sz="2800" dirty="0" smtClean="0">
                <a:latin typeface="Tahoma" panose="020B0604030504040204" pitchFamily="34" charset="0"/>
                <a:cs typeface="Tahoma" panose="020B0604030504040204" pitchFamily="34" charset="0"/>
              </a:rPr>
              <a:t>3</a:t>
            </a:r>
            <a:r>
              <a:rPr lang="ko-KR" altLang="en-US" sz="2800" dirty="0" smtClean="0">
                <a:latin typeface="Tahoma" panose="020B0604030504040204" pitchFamily="34" charset="0"/>
                <a:cs typeface="Tahoma" panose="020B0604030504040204" pitchFamily="34" charset="0"/>
              </a:rPr>
              <a:t>월 </a:t>
            </a:r>
            <a:r>
              <a:rPr lang="en-US" altLang="ko-KR" sz="2800" dirty="0" smtClean="0">
                <a:latin typeface="Tahoma" panose="020B0604030504040204" pitchFamily="34" charset="0"/>
                <a:cs typeface="Tahoma" panose="020B0604030504040204" pitchFamily="34" charset="0"/>
              </a:rPr>
              <a:t>16</a:t>
            </a:r>
            <a:r>
              <a:rPr lang="ko-KR" altLang="en-US" sz="2800" dirty="0" smtClean="0">
                <a:latin typeface="Tahoma" panose="020B0604030504040204" pitchFamily="34" charset="0"/>
                <a:cs typeface="Tahoma" panose="020B0604030504040204" pitchFamily="34" charset="0"/>
              </a:rPr>
              <a:t>일</a:t>
            </a:r>
            <a:endParaRPr lang="en-US" altLang="ko-KR" sz="2800" dirty="0" smtClean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C8908-29BC-4CBD-94EA-B869F90E0968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2862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강의 교과서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C8908-29BC-4CBD-94EA-B869F90E0968}" type="slidenum">
              <a:rPr lang="ko-KR" altLang="en-US" smtClean="0"/>
              <a:pPr/>
              <a:t>2</a:t>
            </a:fld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838200" y="922867"/>
            <a:ext cx="10515600" cy="512826"/>
          </a:xfrm>
        </p:spPr>
        <p:txBody>
          <a:bodyPr>
            <a:normAutofit lnSpcReduction="10000"/>
          </a:bodyPr>
          <a:lstStyle/>
          <a:p>
            <a:r>
              <a:rPr lang="ko-KR" altLang="en-US" dirty="0" err="1" smtClean="0"/>
              <a:t>천지관</a:t>
            </a:r>
            <a:r>
              <a:rPr lang="ko-KR" altLang="en-US" smtClean="0"/>
              <a:t> 서점에 있습니다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pic>
        <p:nvPicPr>
          <p:cNvPr id="7" name="내용 개체 틀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4893" y="2029364"/>
            <a:ext cx="5210902" cy="3553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526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수업 운영 방법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1</a:t>
            </a:r>
            <a:r>
              <a:rPr lang="ko-KR" altLang="en-US" dirty="0" smtClean="0"/>
              <a:t>장 </a:t>
            </a:r>
            <a:r>
              <a:rPr lang="ko-KR" altLang="en-US" dirty="0" err="1" smtClean="0"/>
              <a:t>강의자료입니다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“</a:t>
            </a:r>
            <a:r>
              <a:rPr lang="ko-KR" altLang="en-US" dirty="0" smtClean="0"/>
              <a:t>과제물 대체 수업</a:t>
            </a:r>
            <a:r>
              <a:rPr lang="en-US" altLang="ko-KR" dirty="0" smtClean="0"/>
              <a:t>”</a:t>
            </a:r>
            <a:r>
              <a:rPr lang="ko-KR" altLang="en-US" dirty="0" smtClean="0"/>
              <a:t>으로 진행됩니다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매주 월요일에 </a:t>
            </a:r>
            <a:r>
              <a:rPr lang="ko-KR" altLang="en-US" dirty="0" err="1" smtClean="0"/>
              <a:t>주차별</a:t>
            </a:r>
            <a:r>
              <a:rPr lang="ko-KR" altLang="en-US" dirty="0" smtClean="0"/>
              <a:t> 자료를 </a:t>
            </a:r>
            <a:r>
              <a:rPr lang="en-US" altLang="ko-KR" dirty="0" smtClean="0"/>
              <a:t>e-</a:t>
            </a:r>
            <a:r>
              <a:rPr lang="en-US" altLang="ko-KR" dirty="0" err="1" smtClean="0"/>
              <a:t>ruri</a:t>
            </a:r>
            <a:r>
              <a:rPr lang="ko-KR" altLang="en-US" dirty="0" smtClean="0"/>
              <a:t>에 </a:t>
            </a:r>
            <a:r>
              <a:rPr lang="en-US" altLang="ko-KR" dirty="0" smtClean="0"/>
              <a:t>uploading</a:t>
            </a:r>
            <a:r>
              <a:rPr lang="ko-KR" altLang="en-US" dirty="0" smtClean="0"/>
              <a:t>합니다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수강 학생들은 과제를 제출하면</a:t>
            </a:r>
            <a:r>
              <a:rPr lang="en-US" altLang="ko-KR" dirty="0" smtClean="0"/>
              <a:t>, </a:t>
            </a:r>
            <a:r>
              <a:rPr lang="ko-KR" altLang="en-US" dirty="0" smtClean="0"/>
              <a:t>교수는 제출한 과제물을 </a:t>
            </a:r>
            <a:r>
              <a:rPr lang="ko-KR" altLang="en-US" smtClean="0"/>
              <a:t>평가 환류</a:t>
            </a:r>
            <a:r>
              <a:rPr lang="en-US" altLang="ko-KR" dirty="0" smtClean="0"/>
              <a:t>(feedback)</a:t>
            </a:r>
            <a:r>
              <a:rPr lang="ko-KR" altLang="en-US" smtClean="0"/>
              <a:t>합니다</a:t>
            </a:r>
            <a:r>
              <a:rPr lang="en-US" altLang="ko-KR" dirty="0" smtClean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C8908-29BC-4CBD-94EA-B869F90E0968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4351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smtClean="0"/>
              <a:t>1</a:t>
            </a:r>
            <a:r>
              <a:rPr lang="ko-KR" altLang="en-US" b="1" dirty="0" smtClean="0"/>
              <a:t>주차 과제물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ko-KR" altLang="en-US" dirty="0" smtClean="0"/>
              <a:t>자료를 학습한 후에</a:t>
            </a:r>
            <a:r>
              <a:rPr lang="en-US" altLang="ko-KR" dirty="0" smtClean="0"/>
              <a:t>, </a:t>
            </a:r>
            <a:r>
              <a:rPr lang="ko-KR" altLang="en-US" dirty="0" smtClean="0"/>
              <a:t>주제를 </a:t>
            </a:r>
            <a:r>
              <a:rPr lang="en-US" altLang="ko-KR" dirty="0" smtClean="0"/>
              <a:t>2</a:t>
            </a:r>
            <a:r>
              <a:rPr lang="ko-KR" altLang="en-US" dirty="0" smtClean="0"/>
              <a:t>개 선택합니다</a:t>
            </a:r>
            <a:r>
              <a:rPr lang="en-US" altLang="ko-KR" dirty="0" smtClean="0"/>
              <a:t>. </a:t>
            </a:r>
            <a:r>
              <a:rPr lang="en-US" altLang="ko-KR" dirty="0" err="1" smtClean="0"/>
              <a:t>Ppt</a:t>
            </a:r>
            <a:r>
              <a:rPr lang="ko-KR" altLang="en-US" dirty="0"/>
              <a:t> </a:t>
            </a:r>
            <a:r>
              <a:rPr lang="ko-KR" altLang="en-US" dirty="0" smtClean="0"/>
              <a:t>및 교과서를 정독하면서</a:t>
            </a:r>
            <a:r>
              <a:rPr lang="en-US" altLang="ko-KR" dirty="0" smtClean="0"/>
              <a:t>, </a:t>
            </a:r>
            <a:r>
              <a:rPr lang="ko-KR" altLang="en-US" dirty="0" smtClean="0"/>
              <a:t>주제를 찾으시면 됩니다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교과서 구매를 권장합니다</a:t>
            </a:r>
            <a:r>
              <a:rPr lang="en-US" altLang="ko-KR" dirty="0" smtClean="0"/>
              <a:t>.</a:t>
            </a:r>
            <a:endParaRPr lang="en-US" altLang="ko-KR" dirty="0" smtClean="0"/>
          </a:p>
          <a:p>
            <a:pPr>
              <a:lnSpc>
                <a:spcPct val="120000"/>
              </a:lnSpc>
            </a:pPr>
            <a:r>
              <a:rPr lang="ko-KR" altLang="en-US" dirty="0" smtClean="0"/>
              <a:t>각 주제에 대해서 조사한 내용을 정리해주세요</a:t>
            </a:r>
            <a:r>
              <a:rPr lang="en-US" altLang="ko-KR" dirty="0" smtClean="0"/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dirty="0" smtClean="0"/>
              <a:t>한글화일 </a:t>
            </a:r>
            <a:r>
              <a:rPr lang="en-US" altLang="ko-KR" dirty="0" smtClean="0"/>
              <a:t>2</a:t>
            </a:r>
            <a:r>
              <a:rPr lang="ko-KR" altLang="en-US" dirty="0" smtClean="0"/>
              <a:t>쪽 이내로 작성하신 후에</a:t>
            </a:r>
            <a:r>
              <a:rPr lang="en-US" altLang="ko-KR" dirty="0" smtClean="0"/>
              <a:t>, e-</a:t>
            </a:r>
            <a:r>
              <a:rPr lang="ko-KR" altLang="en-US" dirty="0" smtClean="0"/>
              <a:t>루리로 제출해주시면 됩니다</a:t>
            </a:r>
            <a:r>
              <a:rPr lang="en-US" altLang="ko-KR" dirty="0" smtClean="0"/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dirty="0"/>
              <a:t>필기도구를 사용하면</a:t>
            </a:r>
            <a:r>
              <a:rPr lang="en-US" altLang="ko-KR" dirty="0"/>
              <a:t>, jpg </a:t>
            </a:r>
            <a:r>
              <a:rPr lang="ko-KR" altLang="en-US" dirty="0"/>
              <a:t>영상 또는 </a:t>
            </a:r>
            <a:r>
              <a:rPr lang="en-US" altLang="ko-KR" dirty="0"/>
              <a:t>pdf</a:t>
            </a:r>
            <a:r>
              <a:rPr lang="ko-KR" altLang="en-US" dirty="0"/>
              <a:t>로 보내주셔도 됩니다</a:t>
            </a:r>
            <a:r>
              <a:rPr lang="en-US" altLang="ko-KR" dirty="0" smtClean="0"/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dirty="0" smtClean="0"/>
              <a:t>3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19</a:t>
            </a:r>
            <a:r>
              <a:rPr lang="ko-KR" altLang="en-US" dirty="0" smtClean="0"/>
              <a:t>일</a:t>
            </a:r>
            <a:r>
              <a:rPr lang="en-US" altLang="ko-KR" dirty="0" smtClean="0"/>
              <a:t>(</a:t>
            </a:r>
            <a:r>
              <a:rPr lang="ko-KR" altLang="en-US" dirty="0" smtClean="0"/>
              <a:t>목</a:t>
            </a:r>
            <a:r>
              <a:rPr lang="en-US" altLang="ko-KR" dirty="0" smtClean="0"/>
              <a:t>) </a:t>
            </a:r>
            <a:r>
              <a:rPr lang="ko-KR" altLang="en-US" dirty="0" smtClean="0"/>
              <a:t>오후 </a:t>
            </a:r>
            <a:r>
              <a:rPr lang="en-US" altLang="ko-KR" dirty="0" smtClean="0"/>
              <a:t>6</a:t>
            </a:r>
            <a:r>
              <a:rPr lang="ko-KR" altLang="en-US" dirty="0" smtClean="0"/>
              <a:t>시</a:t>
            </a:r>
            <a:r>
              <a:rPr lang="ko-KR" altLang="en-US" dirty="0" smtClean="0"/>
              <a:t>까지 </a:t>
            </a:r>
            <a:r>
              <a:rPr lang="en-US" altLang="ko-KR" dirty="0" smtClean="0"/>
              <a:t>e-</a:t>
            </a:r>
            <a:r>
              <a:rPr lang="ko-KR" altLang="en-US" dirty="0" smtClean="0"/>
              <a:t>루리로 제출을 하셔야 출석으로 인정됩니다</a:t>
            </a:r>
            <a:r>
              <a:rPr lang="en-US" altLang="ko-KR" dirty="0" smtClean="0"/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dirty="0" smtClean="0"/>
              <a:t>평가는 교수가 진행합니다</a:t>
            </a:r>
            <a:r>
              <a:rPr lang="en-US" altLang="ko-KR" dirty="0" smtClean="0"/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dirty="0" smtClean="0"/>
              <a:t>다음은 주제의 예로 참고하시면 됩니다</a:t>
            </a:r>
            <a:r>
              <a:rPr lang="en-US" altLang="ko-KR" dirty="0" smtClean="0"/>
              <a:t>.</a:t>
            </a:r>
          </a:p>
          <a:p>
            <a:pPr marL="971550" lvl="1" indent="-514350">
              <a:lnSpc>
                <a:spcPct val="120000"/>
              </a:lnSpc>
              <a:buFont typeface="+mj-lt"/>
              <a:buAutoNum type="arabicPeriod"/>
            </a:pPr>
            <a:r>
              <a:rPr lang="ko-KR" altLang="en-US" dirty="0" smtClean="0"/>
              <a:t>마우스의 작동 원리</a:t>
            </a:r>
            <a:endParaRPr lang="en-US" altLang="ko-KR" dirty="0" smtClean="0"/>
          </a:p>
          <a:p>
            <a:pPr marL="971550" lvl="1" indent="-514350">
              <a:lnSpc>
                <a:spcPct val="120000"/>
              </a:lnSpc>
              <a:buFont typeface="+mj-lt"/>
              <a:buAutoNum type="arabicPeriod"/>
            </a:pPr>
            <a:r>
              <a:rPr lang="en-US" altLang="ko-KR" dirty="0" smtClean="0"/>
              <a:t>CMY </a:t>
            </a:r>
            <a:r>
              <a:rPr lang="ko-KR" altLang="en-US" dirty="0" smtClean="0"/>
              <a:t>컬러 모델의 정의</a:t>
            </a:r>
            <a:endParaRPr lang="en-US" altLang="ko-KR" dirty="0" smtClean="0"/>
          </a:p>
          <a:p>
            <a:pPr marL="971550" lvl="1" indent="-514350">
              <a:lnSpc>
                <a:spcPct val="120000"/>
              </a:lnSpc>
              <a:buFont typeface="+mj-lt"/>
              <a:buAutoNum type="arabicPeriod"/>
            </a:pPr>
            <a:r>
              <a:rPr lang="ko-KR" altLang="en-US" dirty="0" smtClean="0"/>
              <a:t>모델링 기술 조사</a:t>
            </a:r>
            <a:endParaRPr lang="en-US" altLang="ko-KR" dirty="0" smtClean="0"/>
          </a:p>
          <a:p>
            <a:pPr marL="971550" lvl="1" indent="-514350">
              <a:lnSpc>
                <a:spcPct val="120000"/>
              </a:lnSpc>
              <a:buFont typeface="+mj-lt"/>
              <a:buAutoNum type="arabicPeriod"/>
            </a:pPr>
            <a:r>
              <a:rPr lang="en-US" altLang="ko-KR" dirty="0" smtClean="0"/>
              <a:t>…</a:t>
            </a:r>
          </a:p>
          <a:p>
            <a:pPr marL="971550" lvl="1" indent="-514350">
              <a:buFont typeface="+mj-lt"/>
              <a:buAutoNum type="arabicPeriod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C8908-29BC-4CBD-94EA-B869F90E0968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5694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065" y="232225"/>
            <a:ext cx="5644498" cy="5858024"/>
          </a:xfrm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C8908-29BC-4CBD-94EA-B869F90E0968}" type="slidenum">
              <a:rPr lang="ko-KR" altLang="en-US" smtClean="0"/>
              <a:pPr/>
              <a:t>5</a:t>
            </a:fld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7563" y="1029364"/>
            <a:ext cx="5812904" cy="5116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352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C8908-29BC-4CBD-94EA-B869F90E0968}" type="slidenum">
              <a:rPr lang="ko-KR" altLang="en-US" smtClean="0"/>
              <a:pPr/>
              <a:t>6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8921" y="0"/>
            <a:ext cx="5201376" cy="6773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414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561" y="0"/>
            <a:ext cx="5150530" cy="6573328"/>
          </a:xfrm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C8908-29BC-4CBD-94EA-B869F90E0968}" type="slidenum">
              <a:rPr lang="ko-KR" altLang="en-US" smtClean="0"/>
              <a:pPr/>
              <a:t>7</a:t>
            </a:fld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8274" y="0"/>
            <a:ext cx="47137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196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035" y="136525"/>
            <a:ext cx="4458034" cy="6721475"/>
          </a:xfrm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C8908-29BC-4CBD-94EA-B869F90E0968}" type="slidenum">
              <a:rPr lang="ko-KR" altLang="en-US" smtClean="0"/>
              <a:pPr/>
              <a:t>8</a:t>
            </a:fld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2179" y="0"/>
            <a:ext cx="5648824" cy="4451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135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3597"/>
            <a:ext cx="6481758" cy="4935109"/>
          </a:xfrm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C8908-29BC-4CBD-94EA-B869F90E0968}" type="slidenum">
              <a:rPr lang="ko-KR" altLang="en-US" smtClean="0"/>
              <a:pPr/>
              <a:t>9</a:t>
            </a:fld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5724" y="192598"/>
            <a:ext cx="5268060" cy="5868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862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2236" y="852462"/>
            <a:ext cx="5355567" cy="5957206"/>
          </a:xfrm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C8908-29BC-4CBD-94EA-B869F90E0968}" type="slidenum">
              <a:rPr lang="ko-KR" altLang="en-US" smtClean="0"/>
              <a:pPr/>
              <a:t>10</a:t>
            </a:fld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23" y="852462"/>
            <a:ext cx="6134086" cy="4746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071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12" y="365126"/>
            <a:ext cx="5027626" cy="5654909"/>
          </a:xfrm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C8908-29BC-4CBD-94EA-B869F90E0968}" type="slidenum">
              <a:rPr lang="ko-KR" altLang="en-US" smtClean="0"/>
              <a:pPr/>
              <a:t>11</a:t>
            </a:fld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65126"/>
            <a:ext cx="5153744" cy="6096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57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C8908-29BC-4CBD-94EA-B869F90E0968}" type="slidenum">
              <a:rPr lang="ko-KR" altLang="en-US" smtClean="0"/>
              <a:pPr/>
              <a:t>12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5723" y="1361763"/>
            <a:ext cx="4810796" cy="3181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231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62448</TotalTime>
  <Words>174</Words>
  <Application>Microsoft Office PowerPoint</Application>
  <PresentationFormat>와이드스크린</PresentationFormat>
  <Paragraphs>38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맑은 고딕</vt:lpstr>
      <vt:lpstr>Arial</vt:lpstr>
      <vt:lpstr>Tahoma</vt:lpstr>
      <vt:lpstr>Office 테마</vt:lpstr>
      <vt:lpstr>강의명: 컴퓨터그래픽스 1주차 강의자료 1장. 컴퓨터그래픽스 개요</vt:lpstr>
      <vt:lpstr>강의 교과서</vt:lpstr>
      <vt:lpstr>수업 운영 방법</vt:lpstr>
      <vt:lpstr>1주차 과제물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시리얼 아크 연구 차별성</dc:title>
  <dc:creator>manbae</dc:creator>
  <cp:lastModifiedBy>manbae Kim</cp:lastModifiedBy>
  <cp:revision>2466</cp:revision>
  <cp:lastPrinted>2020-02-04T04:52:54Z</cp:lastPrinted>
  <dcterms:created xsi:type="dcterms:W3CDTF">2017-05-10T05:23:43Z</dcterms:created>
  <dcterms:modified xsi:type="dcterms:W3CDTF">2020-03-15T23:45:52Z</dcterms:modified>
</cp:coreProperties>
</file>